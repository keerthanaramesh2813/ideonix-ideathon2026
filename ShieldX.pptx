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F063A8-02C7-46BD-AA7D-48A0C758D877}" v="13" dt="2026-10-08T14:44:45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65"/>
  </p:normalViewPr>
  <p:slideViewPr>
    <p:cSldViewPr snapToGrid="0">
      <p:cViewPr>
        <p:scale>
          <a:sx n="75" d="100"/>
          <a:sy n="75" d="100"/>
        </p:scale>
        <p:origin x="97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tha292006@outlook.com" userId="8ad4228bddaf0bfd" providerId="LiveId" clId="{DA4C9FF7-6BB5-413F-AFE7-9F0F7BC7652A}"/>
    <pc:docChg chg="undo custSel modSld">
      <pc:chgData name="geetha292006@outlook.com" userId="8ad4228bddaf0bfd" providerId="LiveId" clId="{DA4C9FF7-6BB5-413F-AFE7-9F0F7BC7652A}" dt="2026-10-08T14:57:27.607" v="693" actId="14100"/>
      <pc:docMkLst>
        <pc:docMk/>
      </pc:docMkLst>
      <pc:sldChg chg="addSp delSp modSp mod">
        <pc:chgData name="geetha292006@outlook.com" userId="8ad4228bddaf0bfd" providerId="LiveId" clId="{DA4C9FF7-6BB5-413F-AFE7-9F0F7BC7652A}" dt="2026-10-08T13:32:36.868" v="281" actId="1076"/>
        <pc:sldMkLst>
          <pc:docMk/>
          <pc:sldMk cId="977873406" sldId="256"/>
        </pc:sldMkLst>
        <pc:spChg chg="add del mod">
          <ac:chgData name="geetha292006@outlook.com" userId="8ad4228bddaf0bfd" providerId="LiveId" clId="{DA4C9FF7-6BB5-413F-AFE7-9F0F7BC7652A}" dt="2026-10-08T13:21:44.398" v="124" actId="21"/>
          <ac:spMkLst>
            <pc:docMk/>
            <pc:sldMk cId="977873406" sldId="256"/>
            <ac:spMk id="3" creationId="{B900FE12-03D4-60ED-BF04-B64018538AED}"/>
          </ac:spMkLst>
        </pc:spChg>
        <pc:spChg chg="add mod">
          <ac:chgData name="geetha292006@outlook.com" userId="8ad4228bddaf0bfd" providerId="LiveId" clId="{DA4C9FF7-6BB5-413F-AFE7-9F0F7BC7652A}" dt="2026-10-08T13:27:59.740" v="214" actId="14100"/>
          <ac:spMkLst>
            <pc:docMk/>
            <pc:sldMk cId="977873406" sldId="256"/>
            <ac:spMk id="5" creationId="{2BECABB7-FEA2-5AEA-8720-66942EF01462}"/>
          </ac:spMkLst>
        </pc:spChg>
        <pc:spChg chg="mod">
          <ac:chgData name="geetha292006@outlook.com" userId="8ad4228bddaf0bfd" providerId="LiveId" clId="{DA4C9FF7-6BB5-413F-AFE7-9F0F7BC7652A}" dt="2026-10-08T13:26:34.951" v="208" actId="1076"/>
          <ac:spMkLst>
            <pc:docMk/>
            <pc:sldMk cId="977873406" sldId="256"/>
            <ac:spMk id="6" creationId="{5DA71FF2-3A6D-C680-E2CD-C99110F4B352}"/>
          </ac:spMkLst>
        </pc:spChg>
        <pc:spChg chg="mod">
          <ac:chgData name="geetha292006@outlook.com" userId="8ad4228bddaf0bfd" providerId="LiveId" clId="{DA4C9FF7-6BB5-413F-AFE7-9F0F7BC7652A}" dt="2026-10-08T13:28:04.389" v="215" actId="1076"/>
          <ac:spMkLst>
            <pc:docMk/>
            <pc:sldMk cId="977873406" sldId="256"/>
            <ac:spMk id="8" creationId="{4358008D-73FF-75DB-14BA-9D246B2D78C9}"/>
          </ac:spMkLst>
        </pc:spChg>
        <pc:spChg chg="mod">
          <ac:chgData name="geetha292006@outlook.com" userId="8ad4228bddaf0bfd" providerId="LiveId" clId="{DA4C9FF7-6BB5-413F-AFE7-9F0F7BC7652A}" dt="2026-10-08T13:32:36.868" v="281" actId="1076"/>
          <ac:spMkLst>
            <pc:docMk/>
            <pc:sldMk cId="977873406" sldId="256"/>
            <ac:spMk id="9" creationId="{E4C8A400-112E-6BDE-672F-D01F6470F009}"/>
          </ac:spMkLst>
        </pc:spChg>
      </pc:sldChg>
      <pc:sldChg chg="addSp delSp modSp mod">
        <pc:chgData name="geetha292006@outlook.com" userId="8ad4228bddaf0bfd" providerId="LiveId" clId="{DA4C9FF7-6BB5-413F-AFE7-9F0F7BC7652A}" dt="2026-10-08T14:57:27.607" v="693" actId="14100"/>
        <pc:sldMkLst>
          <pc:docMk/>
          <pc:sldMk cId="2306713915" sldId="257"/>
        </pc:sldMkLst>
        <pc:spChg chg="mod">
          <ac:chgData name="geetha292006@outlook.com" userId="8ad4228bddaf0bfd" providerId="LiveId" clId="{DA4C9FF7-6BB5-413F-AFE7-9F0F7BC7652A}" dt="2026-10-08T13:51:57.825" v="400" actId="1076"/>
          <ac:spMkLst>
            <pc:docMk/>
            <pc:sldMk cId="2306713915" sldId="257"/>
            <ac:spMk id="2" creationId="{D044178C-48E5-29E1-4D9C-6A23918A8767}"/>
          </ac:spMkLst>
        </pc:spChg>
        <pc:spChg chg="mod">
          <ac:chgData name="geetha292006@outlook.com" userId="8ad4228bddaf0bfd" providerId="LiveId" clId="{DA4C9FF7-6BB5-413F-AFE7-9F0F7BC7652A}" dt="2026-10-08T14:56:39.817" v="687" actId="14100"/>
          <ac:spMkLst>
            <pc:docMk/>
            <pc:sldMk cId="2306713915" sldId="257"/>
            <ac:spMk id="3" creationId="{313922D9-866C-53ED-0327-4AFE3B93E0F8}"/>
          </ac:spMkLst>
        </pc:spChg>
        <pc:spChg chg="add del mod">
          <ac:chgData name="geetha292006@outlook.com" userId="8ad4228bddaf0bfd" providerId="LiveId" clId="{DA4C9FF7-6BB5-413F-AFE7-9F0F7BC7652A}" dt="2026-10-08T13:26:03.120" v="202" actId="21"/>
          <ac:spMkLst>
            <pc:docMk/>
            <pc:sldMk cId="2306713915" sldId="257"/>
            <ac:spMk id="5" creationId="{8440551C-C3CB-4AA9-E89F-54E53811F55B}"/>
          </ac:spMkLst>
        </pc:spChg>
        <pc:spChg chg="add del mod">
          <ac:chgData name="geetha292006@outlook.com" userId="8ad4228bddaf0bfd" providerId="LiveId" clId="{DA4C9FF7-6BB5-413F-AFE7-9F0F7BC7652A}" dt="2026-10-08T13:30:34.490" v="252"/>
          <ac:spMkLst>
            <pc:docMk/>
            <pc:sldMk cId="2306713915" sldId="257"/>
            <ac:spMk id="7" creationId="{A1C4CFFB-476B-C6BB-99EB-169056CF2AAE}"/>
          </ac:spMkLst>
        </pc:spChg>
        <pc:spChg chg="add mod">
          <ac:chgData name="geetha292006@outlook.com" userId="8ad4228bddaf0bfd" providerId="LiveId" clId="{DA4C9FF7-6BB5-413F-AFE7-9F0F7BC7652A}" dt="2026-10-08T13:50:25.208" v="392" actId="12"/>
          <ac:spMkLst>
            <pc:docMk/>
            <pc:sldMk cId="2306713915" sldId="257"/>
            <ac:spMk id="16" creationId="{F1E85B4A-D573-BE5D-B79E-D368FF75F7FA}"/>
          </ac:spMkLst>
        </pc:spChg>
        <pc:spChg chg="add mod">
          <ac:chgData name="geetha292006@outlook.com" userId="8ad4228bddaf0bfd" providerId="LiveId" clId="{DA4C9FF7-6BB5-413F-AFE7-9F0F7BC7652A}" dt="2026-10-08T14:57:27.607" v="693" actId="14100"/>
          <ac:spMkLst>
            <pc:docMk/>
            <pc:sldMk cId="2306713915" sldId="257"/>
            <ac:spMk id="22" creationId="{41659B94-5482-0247-74B5-5BBC3E4CD6EE}"/>
          </ac:spMkLst>
        </pc:spChg>
        <pc:picChg chg="add del mod">
          <ac:chgData name="geetha292006@outlook.com" userId="8ad4228bddaf0bfd" providerId="LiveId" clId="{DA4C9FF7-6BB5-413F-AFE7-9F0F7BC7652A}" dt="2026-10-08T13:44:04.689" v="324" actId="21"/>
          <ac:picMkLst>
            <pc:docMk/>
            <pc:sldMk cId="2306713915" sldId="257"/>
            <ac:picMk id="9" creationId="{69ECAEAC-2E03-0C0D-1077-BA7EFDA25AF3}"/>
          </ac:picMkLst>
        </pc:picChg>
        <pc:picChg chg="add del mod">
          <ac:chgData name="geetha292006@outlook.com" userId="8ad4228bddaf0bfd" providerId="LiveId" clId="{DA4C9FF7-6BB5-413F-AFE7-9F0F7BC7652A}" dt="2026-10-08T13:47:18.864" v="329" actId="21"/>
          <ac:picMkLst>
            <pc:docMk/>
            <pc:sldMk cId="2306713915" sldId="257"/>
            <ac:picMk id="11" creationId="{59DA785D-FC65-15CD-4353-691626DD3B54}"/>
          </ac:picMkLst>
        </pc:picChg>
        <pc:picChg chg="add del mod">
          <ac:chgData name="geetha292006@outlook.com" userId="8ad4228bddaf0bfd" providerId="LiveId" clId="{DA4C9FF7-6BB5-413F-AFE7-9F0F7BC7652A}" dt="2026-10-08T13:48:11.345" v="359" actId="21"/>
          <ac:picMkLst>
            <pc:docMk/>
            <pc:sldMk cId="2306713915" sldId="257"/>
            <ac:picMk id="13" creationId="{67325DBC-6078-3F72-85CD-C73F7B275932}"/>
          </ac:picMkLst>
        </pc:picChg>
        <pc:picChg chg="add mod">
          <ac:chgData name="geetha292006@outlook.com" userId="8ad4228bddaf0bfd" providerId="LiveId" clId="{DA4C9FF7-6BB5-413F-AFE7-9F0F7BC7652A}" dt="2026-10-08T14:56:46.028" v="688" actId="14100"/>
          <ac:picMkLst>
            <pc:docMk/>
            <pc:sldMk cId="2306713915" sldId="257"/>
            <ac:picMk id="15" creationId="{15FD9E07-DBF2-8C40-ABCC-1E011FE4E84D}"/>
          </ac:picMkLst>
        </pc:picChg>
        <pc:cxnChg chg="add del mod">
          <ac:chgData name="geetha292006@outlook.com" userId="8ad4228bddaf0bfd" providerId="LiveId" clId="{DA4C9FF7-6BB5-413F-AFE7-9F0F7BC7652A}" dt="2026-10-08T14:56:10.995" v="682" actId="21"/>
          <ac:cxnSpMkLst>
            <pc:docMk/>
            <pc:sldMk cId="2306713915" sldId="257"/>
            <ac:cxnSpMk id="18" creationId="{357AD4A6-49D3-670A-D32A-69B0587C69A4}"/>
          </ac:cxnSpMkLst>
        </pc:cxnChg>
        <pc:cxnChg chg="add del mod">
          <ac:chgData name="geetha292006@outlook.com" userId="8ad4228bddaf0bfd" providerId="LiveId" clId="{DA4C9FF7-6BB5-413F-AFE7-9F0F7BC7652A}" dt="2026-10-08T14:56:07.636" v="681" actId="21"/>
          <ac:cxnSpMkLst>
            <pc:docMk/>
            <pc:sldMk cId="2306713915" sldId="257"/>
            <ac:cxnSpMk id="20" creationId="{DB4E98A1-9B54-959E-5BCA-C658BFBA4491}"/>
          </ac:cxnSpMkLst>
        </pc:cxnChg>
      </pc:sldChg>
      <pc:sldChg chg="addSp delSp modSp mod">
        <pc:chgData name="geetha292006@outlook.com" userId="8ad4228bddaf0bfd" providerId="LiveId" clId="{DA4C9FF7-6BB5-413F-AFE7-9F0F7BC7652A}" dt="2026-10-08T14:20:30.988" v="491" actId="1076"/>
        <pc:sldMkLst>
          <pc:docMk/>
          <pc:sldMk cId="3976427802" sldId="258"/>
        </pc:sldMkLst>
        <pc:spChg chg="mod">
          <ac:chgData name="geetha292006@outlook.com" userId="8ad4228bddaf0bfd" providerId="LiveId" clId="{DA4C9FF7-6BB5-413F-AFE7-9F0F7BC7652A}" dt="2026-10-08T13:57:06.393" v="410" actId="1076"/>
          <ac:spMkLst>
            <pc:docMk/>
            <pc:sldMk cId="3976427802" sldId="258"/>
            <ac:spMk id="2" creationId="{0A0FE05E-D708-1B8D-674B-4F5AF3E09041}"/>
          </ac:spMkLst>
        </pc:spChg>
        <pc:spChg chg="del">
          <ac:chgData name="geetha292006@outlook.com" userId="8ad4228bddaf0bfd" providerId="LiveId" clId="{DA4C9FF7-6BB5-413F-AFE7-9F0F7BC7652A}" dt="2026-10-08T13:57:20.698" v="411" actId="21"/>
          <ac:spMkLst>
            <pc:docMk/>
            <pc:sldMk cId="3976427802" sldId="258"/>
            <ac:spMk id="3" creationId="{98E2392A-083A-7803-ABF9-2F6F4795C309}"/>
          </ac:spMkLst>
        </pc:spChg>
        <pc:spChg chg="add mod">
          <ac:chgData name="geetha292006@outlook.com" userId="8ad4228bddaf0bfd" providerId="LiveId" clId="{DA4C9FF7-6BB5-413F-AFE7-9F0F7BC7652A}" dt="2026-10-08T14:20:30.988" v="491" actId="1076"/>
          <ac:spMkLst>
            <pc:docMk/>
            <pc:sldMk cId="3976427802" sldId="258"/>
            <ac:spMk id="5" creationId="{A1E5EC6F-F76D-8869-8C25-3A9EB72019FB}"/>
          </ac:spMkLst>
        </pc:spChg>
        <pc:spChg chg="add del mod">
          <ac:chgData name="geetha292006@outlook.com" userId="8ad4228bddaf0bfd" providerId="LiveId" clId="{DA4C9FF7-6BB5-413F-AFE7-9F0F7BC7652A}" dt="2026-10-08T14:00:17.796" v="428" actId="21"/>
          <ac:spMkLst>
            <pc:docMk/>
            <pc:sldMk cId="3976427802" sldId="258"/>
            <ac:spMk id="8" creationId="{BE089B8B-0B57-1DF7-B299-E4237AF876A6}"/>
          </ac:spMkLst>
        </pc:spChg>
        <pc:spChg chg="add mod">
          <ac:chgData name="geetha292006@outlook.com" userId="8ad4228bddaf0bfd" providerId="LiveId" clId="{DA4C9FF7-6BB5-413F-AFE7-9F0F7BC7652A}" dt="2026-10-08T14:16:51.934" v="464" actId="1076"/>
          <ac:spMkLst>
            <pc:docMk/>
            <pc:sldMk cId="3976427802" sldId="258"/>
            <ac:spMk id="11" creationId="{3C8D40AC-EB9D-A4C6-8B5B-379667ED9939}"/>
          </ac:spMkLst>
        </pc:spChg>
        <pc:spChg chg="add mod">
          <ac:chgData name="geetha292006@outlook.com" userId="8ad4228bddaf0bfd" providerId="LiveId" clId="{DA4C9FF7-6BB5-413F-AFE7-9F0F7BC7652A}" dt="2026-10-08T14:18:15.445" v="487" actId="1076"/>
          <ac:spMkLst>
            <pc:docMk/>
            <pc:sldMk cId="3976427802" sldId="258"/>
            <ac:spMk id="14" creationId="{D996E02C-7CFA-4D93-6BB2-5710022EDA4A}"/>
          </ac:spMkLst>
        </pc:spChg>
        <pc:picChg chg="add mod">
          <ac:chgData name="geetha292006@outlook.com" userId="8ad4228bddaf0bfd" providerId="LiveId" clId="{DA4C9FF7-6BB5-413F-AFE7-9F0F7BC7652A}" dt="2026-10-08T14:18:27.185" v="489" actId="14100"/>
          <ac:picMkLst>
            <pc:docMk/>
            <pc:sldMk cId="3976427802" sldId="258"/>
            <ac:picMk id="10" creationId="{62E8A2AF-C817-7ED6-78CE-396CB882A7D3}"/>
          </ac:picMkLst>
        </pc:picChg>
        <pc:picChg chg="add mod">
          <ac:chgData name="geetha292006@outlook.com" userId="8ad4228bddaf0bfd" providerId="LiveId" clId="{DA4C9FF7-6BB5-413F-AFE7-9F0F7BC7652A}" dt="2026-10-08T14:17:02.615" v="467" actId="1076"/>
          <ac:picMkLst>
            <pc:docMk/>
            <pc:sldMk cId="3976427802" sldId="258"/>
            <ac:picMk id="13" creationId="{4061D575-FC22-F8B1-2FCB-0229D7F32F73}"/>
          </ac:picMkLst>
        </pc:picChg>
      </pc:sldChg>
      <pc:sldChg chg="addSp delSp modSp mod">
        <pc:chgData name="geetha292006@outlook.com" userId="8ad4228bddaf0bfd" providerId="LiveId" clId="{DA4C9FF7-6BB5-413F-AFE7-9F0F7BC7652A}" dt="2026-10-08T14:43:59.170" v="548" actId="14100"/>
        <pc:sldMkLst>
          <pc:docMk/>
          <pc:sldMk cId="2463216927" sldId="259"/>
        </pc:sldMkLst>
        <pc:spChg chg="mod">
          <ac:chgData name="geetha292006@outlook.com" userId="8ad4228bddaf0bfd" providerId="LiveId" clId="{DA4C9FF7-6BB5-413F-AFE7-9F0F7BC7652A}" dt="2026-10-08T14:25:19.224" v="502" actId="20577"/>
          <ac:spMkLst>
            <pc:docMk/>
            <pc:sldMk cId="2463216927" sldId="259"/>
            <ac:spMk id="2" creationId="{6DCB9A6A-8D8D-E142-1C83-78797B6DCD2C}"/>
          </ac:spMkLst>
        </pc:spChg>
        <pc:spChg chg="del mod">
          <ac:chgData name="geetha292006@outlook.com" userId="8ad4228bddaf0bfd" providerId="LiveId" clId="{DA4C9FF7-6BB5-413F-AFE7-9F0F7BC7652A}" dt="2026-10-08T14:24:43.037" v="493" actId="21"/>
          <ac:spMkLst>
            <pc:docMk/>
            <pc:sldMk cId="2463216927" sldId="259"/>
            <ac:spMk id="3" creationId="{A321D673-0A4D-0F79-BE25-BD2823ADB244}"/>
          </ac:spMkLst>
        </pc:spChg>
        <pc:spChg chg="add del mod">
          <ac:chgData name="geetha292006@outlook.com" userId="8ad4228bddaf0bfd" providerId="LiveId" clId="{DA4C9FF7-6BB5-413F-AFE7-9F0F7BC7652A}" dt="2026-10-08T14:24:46.376" v="494" actId="21"/>
          <ac:spMkLst>
            <pc:docMk/>
            <pc:sldMk cId="2463216927" sldId="259"/>
            <ac:spMk id="5" creationId="{E44F9E26-9C2A-9417-3E8D-470F5FA3BB16}"/>
          </ac:spMkLst>
        </pc:spChg>
        <pc:spChg chg="add mod">
          <ac:chgData name="geetha292006@outlook.com" userId="8ad4228bddaf0bfd" providerId="LiveId" clId="{DA4C9FF7-6BB5-413F-AFE7-9F0F7BC7652A}" dt="2026-10-08T14:34:26.111" v="523" actId="693"/>
          <ac:spMkLst>
            <pc:docMk/>
            <pc:sldMk cId="2463216927" sldId="259"/>
            <ac:spMk id="8" creationId="{96CD19BC-DF84-B6CE-00B2-2661F777DC86}"/>
          </ac:spMkLst>
        </pc:spChg>
        <pc:spChg chg="add mod">
          <ac:chgData name="geetha292006@outlook.com" userId="8ad4228bddaf0bfd" providerId="LiveId" clId="{DA4C9FF7-6BB5-413F-AFE7-9F0F7BC7652A}" dt="2026-10-08T14:34:45.919" v="526" actId="693"/>
          <ac:spMkLst>
            <pc:docMk/>
            <pc:sldMk cId="2463216927" sldId="259"/>
            <ac:spMk id="10" creationId="{0C80102F-EDC0-A59B-59FA-5AE2EE390A59}"/>
          </ac:spMkLst>
        </pc:spChg>
        <pc:spChg chg="add del mod">
          <ac:chgData name="geetha292006@outlook.com" userId="8ad4228bddaf0bfd" providerId="LiveId" clId="{DA4C9FF7-6BB5-413F-AFE7-9F0F7BC7652A}" dt="2026-10-08T14:26:52.391" v="515" actId="21"/>
          <ac:spMkLst>
            <pc:docMk/>
            <pc:sldMk cId="2463216927" sldId="259"/>
            <ac:spMk id="12" creationId="{93596ED4-E7AE-7BA0-CFE3-20ABDE2B5DB0}"/>
          </ac:spMkLst>
        </pc:spChg>
        <pc:spChg chg="add del mod">
          <ac:chgData name="geetha292006@outlook.com" userId="8ad4228bddaf0bfd" providerId="LiveId" clId="{DA4C9FF7-6BB5-413F-AFE7-9F0F7BC7652A}" dt="2026-10-08T14:41:57.349" v="536"/>
          <ac:spMkLst>
            <pc:docMk/>
            <pc:sldMk cId="2463216927" sldId="259"/>
            <ac:spMk id="15" creationId="{26AFAFB2-A9C9-E0FA-64D3-3D3DC754504B}"/>
          </ac:spMkLst>
        </pc:spChg>
        <pc:spChg chg="add mod">
          <ac:chgData name="geetha292006@outlook.com" userId="8ad4228bddaf0bfd" providerId="LiveId" clId="{DA4C9FF7-6BB5-413F-AFE7-9F0F7BC7652A}" dt="2026-10-08T14:43:44.954" v="547" actId="14100"/>
          <ac:spMkLst>
            <pc:docMk/>
            <pc:sldMk cId="2463216927" sldId="259"/>
            <ac:spMk id="16" creationId="{2DAC9BC7-2008-BD3F-6281-4C0A9B3EFAE1}"/>
          </ac:spMkLst>
        </pc:spChg>
        <pc:picChg chg="add mod">
          <ac:chgData name="geetha292006@outlook.com" userId="8ad4228bddaf0bfd" providerId="LiveId" clId="{DA4C9FF7-6BB5-413F-AFE7-9F0F7BC7652A}" dt="2026-10-08T14:43:59.170" v="548" actId="14100"/>
          <ac:picMkLst>
            <pc:docMk/>
            <pc:sldMk cId="2463216927" sldId="259"/>
            <ac:picMk id="14" creationId="{93FD9AFA-A592-9C05-D003-DE3288B4E87D}"/>
          </ac:picMkLst>
        </pc:picChg>
      </pc:sldChg>
      <pc:sldChg chg="addSp delSp modSp mod">
        <pc:chgData name="geetha292006@outlook.com" userId="8ad4228bddaf0bfd" providerId="LiveId" clId="{DA4C9FF7-6BB5-413F-AFE7-9F0F7BC7652A}" dt="2026-10-08T14:49:01.755" v="649" actId="14100"/>
        <pc:sldMkLst>
          <pc:docMk/>
          <pc:sldMk cId="2253627336" sldId="260"/>
        </pc:sldMkLst>
        <pc:spChg chg="mod">
          <ac:chgData name="geetha292006@outlook.com" userId="8ad4228bddaf0bfd" providerId="LiveId" clId="{DA4C9FF7-6BB5-413F-AFE7-9F0F7BC7652A}" dt="2026-10-08T14:44:52.602" v="554" actId="1076"/>
          <ac:spMkLst>
            <pc:docMk/>
            <pc:sldMk cId="2253627336" sldId="260"/>
            <ac:spMk id="2" creationId="{3BE3F090-A517-068B-E4E1-52219121CA45}"/>
          </ac:spMkLst>
        </pc:spChg>
        <pc:spChg chg="del">
          <ac:chgData name="geetha292006@outlook.com" userId="8ad4228bddaf0bfd" providerId="LiveId" clId="{DA4C9FF7-6BB5-413F-AFE7-9F0F7BC7652A}" dt="2026-10-08T14:44:27.752" v="549" actId="21"/>
          <ac:spMkLst>
            <pc:docMk/>
            <pc:sldMk cId="2253627336" sldId="260"/>
            <ac:spMk id="3" creationId="{ADB30B84-599D-88A1-6F6D-46B8FE864C22}"/>
          </ac:spMkLst>
        </pc:spChg>
        <pc:spChg chg="add mod">
          <ac:chgData name="geetha292006@outlook.com" userId="8ad4228bddaf0bfd" providerId="LiveId" clId="{DA4C9FF7-6BB5-413F-AFE7-9F0F7BC7652A}" dt="2026-10-08T14:47:29.117" v="632" actId="208"/>
          <ac:spMkLst>
            <pc:docMk/>
            <pc:sldMk cId="2253627336" sldId="260"/>
            <ac:spMk id="5" creationId="{C8E9E94C-72A4-9E31-1699-952950F57CF3}"/>
          </ac:spMkLst>
        </pc:spChg>
        <pc:spChg chg="add mod">
          <ac:chgData name="geetha292006@outlook.com" userId="8ad4228bddaf0bfd" providerId="LiveId" clId="{DA4C9FF7-6BB5-413F-AFE7-9F0F7BC7652A}" dt="2026-10-08T14:47:19.586" v="631" actId="693"/>
          <ac:spMkLst>
            <pc:docMk/>
            <pc:sldMk cId="2253627336" sldId="260"/>
            <ac:spMk id="8" creationId="{6D710750-5750-4972-C213-B901CEBCEECA}"/>
          </ac:spMkLst>
        </pc:spChg>
        <pc:spChg chg="add mod">
          <ac:chgData name="geetha292006@outlook.com" userId="8ad4228bddaf0bfd" providerId="LiveId" clId="{DA4C9FF7-6BB5-413F-AFE7-9F0F7BC7652A}" dt="2026-10-08T14:49:01.755" v="649" actId="14100"/>
          <ac:spMkLst>
            <pc:docMk/>
            <pc:sldMk cId="2253627336" sldId="260"/>
            <ac:spMk id="10" creationId="{A590B2AE-154D-6E85-4A4A-015AE17700A7}"/>
          </ac:spMkLst>
        </pc:spChg>
      </pc:sldChg>
      <pc:sldChg chg="addSp delSp modSp mod">
        <pc:chgData name="geetha292006@outlook.com" userId="8ad4228bddaf0bfd" providerId="LiveId" clId="{DA4C9FF7-6BB5-413F-AFE7-9F0F7BC7652A}" dt="2026-10-08T14:54:25.008" v="677" actId="948"/>
        <pc:sldMkLst>
          <pc:docMk/>
          <pc:sldMk cId="2816075663" sldId="261"/>
        </pc:sldMkLst>
        <pc:spChg chg="mod">
          <ac:chgData name="geetha292006@outlook.com" userId="8ad4228bddaf0bfd" providerId="LiveId" clId="{DA4C9FF7-6BB5-413F-AFE7-9F0F7BC7652A}" dt="2026-10-08T14:52:29.112" v="654" actId="1076"/>
          <ac:spMkLst>
            <pc:docMk/>
            <pc:sldMk cId="2816075663" sldId="261"/>
            <ac:spMk id="2" creationId="{5FD4EBB6-DA26-3CB5-5DB6-34949FDA1F9D}"/>
          </ac:spMkLst>
        </pc:spChg>
        <pc:spChg chg="del">
          <ac:chgData name="geetha292006@outlook.com" userId="8ad4228bddaf0bfd" providerId="LiveId" clId="{DA4C9FF7-6BB5-413F-AFE7-9F0F7BC7652A}" dt="2026-10-08T14:52:23.303" v="653" actId="21"/>
          <ac:spMkLst>
            <pc:docMk/>
            <pc:sldMk cId="2816075663" sldId="261"/>
            <ac:spMk id="3" creationId="{0232F74B-8113-78AF-47EC-2F524F377670}"/>
          </ac:spMkLst>
        </pc:spChg>
        <pc:spChg chg="add mod">
          <ac:chgData name="geetha292006@outlook.com" userId="8ad4228bddaf0bfd" providerId="LiveId" clId="{DA4C9FF7-6BB5-413F-AFE7-9F0F7BC7652A}" dt="2026-10-08T14:54:25.008" v="677" actId="948"/>
          <ac:spMkLst>
            <pc:docMk/>
            <pc:sldMk cId="2816075663" sldId="261"/>
            <ac:spMk id="5" creationId="{869D607B-0737-DFF6-4D68-A75C829A001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AF688-9A30-714C-A756-AFCFB98758BA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202F3-D18B-4345-A08C-1E648A182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24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20CA3-B27C-380B-7A11-AA9DA622E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E8021F-7A16-F33E-7C2D-97DF3874E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79EBB-2F35-7392-17A7-5FEFBC887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56CB8-F825-5C4D-B682-562F8C0F650F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3C448-6BBF-1854-11BF-04872F725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IDEONIX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3465-4377-9FB1-24FF-DE6AE85E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3ED0-45D8-4B39-8876-BFCCD0409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585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3E1C7-7E07-DB77-A3B9-CA441BD90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416CD-86C7-813A-628C-1B3E478C7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3AD41-3C74-F937-7D24-55AD92535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CBCB-EB03-D946-9FD5-0E429B628AE2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28F6F-EB56-7F4D-B43A-9F829BD5B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IDEONIX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DC1E6-2C77-B65A-6B7C-8C1F5456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3ED0-45D8-4B39-8876-BFCCD0409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591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65E46-A44F-A279-8F08-9D2D87D72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EAE2C-D2E3-DFDF-3305-2AA8F56DB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F40E0-2BC5-3817-3BDB-7B629804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04697-C59E-6748-BE57-21BC8AFF0390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BE461-3DEA-63A1-3682-FDBE44F11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IDEONIX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B9EAC-2B92-CBAA-8418-B9F910C42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3ED0-45D8-4B39-8876-BFCCD0409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40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6343-6423-A11F-6B4D-6F16707A2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80F2F-892D-4428-6C73-E94CF5865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E40D3-9083-9275-20B7-078B07B06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C47FF-136D-65DB-3EE4-DA21D7A6A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3AA06-B1A6-B34E-8213-9699E6BACA92}" type="datetime1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D9D21-BF7E-4FB9-3386-2E0EF1F61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IDEONIX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F1C8D-5C84-5BEB-1D96-00F805567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3ED0-45D8-4B39-8876-BFCCD0409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20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C982-0AD9-941D-C28D-A6953326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6DFDE-9FB6-78B5-A7F2-F0A25F873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0D4E0-F81C-8046-DB8E-A3C3DA4AF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757C3B-4930-C658-92D4-7211C03BA9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691A41-E3AB-448E-F437-7A9173D9B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388405-2206-1A57-6EEA-CCF57FFA4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BB58A-010D-7848-954F-363D94595ECC}" type="datetime1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17FEA6-A4A6-9D2C-8C3A-316D07465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IDEONIX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A6C2EF-60F1-DB08-AC16-4B492423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3ED0-45D8-4B39-8876-BFCCD0409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358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514C-119B-D4D5-9CF1-31A43B8FC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BD59F7-2242-3BC9-3A20-3ADBC6082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F83F6-0CDD-F340-AA1C-2C401D2DD8A7}" type="datetime1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A786A-2499-C202-1860-11754273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IDEONIX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860FA-66BD-3D64-5E1A-CDF3E2C36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3ED0-45D8-4B39-8876-BFCCD0409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037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1B8B87-1A45-7852-3616-D9D0C28CC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307E-1B7C-4C49-AD53-4A9B0D5BCD67}" type="datetime1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53150-8F9C-3D04-9A1D-2052231E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IDEONIX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03A60-B40B-D6AC-F507-967536B17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3ED0-45D8-4B39-8876-BFCCD0409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08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4FFB8-6857-AA8E-E49F-9C90597A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DA93C-9DF6-C2FB-4FA8-EEFDAE7CF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E850F9-6179-47E3-39CF-81AD06D36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662A2-9D36-9FE8-4D16-C9E3296A9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16BF-6F13-7F44-A20B-0ABBB7E56652}" type="datetime1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CC7B7-5F3A-731C-6017-B6D75FAD5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IDEONIX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B09C0-3A77-3D3C-10E8-356B489AA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3ED0-45D8-4B39-8876-BFCCD0409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475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551FC-A78F-BEBC-253D-0C42AA131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EF15F-03DD-8CC3-EF1A-E1D73360024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38D67-256D-EB76-10A7-1D956CAF3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B4ADE-3417-A42C-FDDE-E96E112C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63A80-3F5A-4C40-AAAB-DE24F88790C1}" type="datetime1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D3877-A39B-B5F1-30BF-E6E06EC6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IDEONIX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29AEB-9F69-03A8-8AE9-FB97166EC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3ED0-45D8-4B39-8876-BFCCD0409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286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83AF-DD44-68D1-39C7-73F59CE8B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4EB4F-2E0F-0F3D-DDDE-614BC0783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80BDF-2544-E295-6A61-D9C7F18AD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74CBA-44B4-4C46-BF49-C604C0D020C0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F8223-1EA4-8B51-458C-F2FB70AD9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IDEONIX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388B1-27A1-629E-97FB-D538B5570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3ED0-45D8-4B39-8876-BFCCD0409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552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10B6D2-85C0-843E-E7AD-965CAF4815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35B35F-4C7A-EB86-88DC-061247730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BE780-7985-1EBC-9875-E3AF02396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B5BCC-4390-8742-9299-DB8350ADEDB5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CF674-610E-3849-AA2A-9F9EEE27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IDEONIX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7C087-EEB4-1B77-C50E-D47FF36BD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E3ED0-45D8-4B39-8876-BFCCD0409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406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19994B-D98A-B0B2-2B41-93E9798D2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B963A-9615-3B3E-FBDF-872609EEC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9EDE4-D6B8-908C-B555-8CAA54CBB5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CC2C6-7CB0-CE45-8242-AAC2F26E4F82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CCAC2-D581-A917-0BE9-5678112A5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IDEONIX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698E-801A-DBCE-8EC7-71131CB2C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E3ED0-45D8-4B39-8876-BFCCD04096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312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21948E-49DA-9985-17DB-873EACC07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65" y="16314"/>
            <a:ext cx="11848935" cy="1714417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5DA71FF2-3A6D-C680-E2CD-C99110F4B3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7460" y="1899796"/>
            <a:ext cx="9144000" cy="869964"/>
          </a:xfrm>
        </p:spPr>
        <p:txBody>
          <a:bodyPr>
            <a:no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safety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58008D-73FF-75DB-14BA-9D246B2D78C9}"/>
              </a:ext>
            </a:extLst>
          </p:cNvPr>
          <p:cNvSpPr txBox="1"/>
          <p:nvPr/>
        </p:nvSpPr>
        <p:spPr>
          <a:xfrm>
            <a:off x="-240706" y="5330682"/>
            <a:ext cx="30163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</a:t>
            </a:r>
          </a:p>
          <a:p>
            <a:pPr algn="ctr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ShieldX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C8A400-112E-6BDE-672F-D01F6470F009}"/>
              </a:ext>
            </a:extLst>
          </p:cNvPr>
          <p:cNvSpPr txBox="1"/>
          <p:nvPr/>
        </p:nvSpPr>
        <p:spPr>
          <a:xfrm>
            <a:off x="7758908" y="5208140"/>
            <a:ext cx="48783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Keerthana R(1DB24CS051)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Geetha R(1DB24CS035)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762F1-A6D6-0E99-7D92-88B9BB22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IDEONIX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CABB7-FEA2-5AEA-8720-66942EF01462}"/>
              </a:ext>
            </a:extLst>
          </p:cNvPr>
          <p:cNvSpPr txBox="1"/>
          <p:nvPr/>
        </p:nvSpPr>
        <p:spPr>
          <a:xfrm>
            <a:off x="301236" y="2512134"/>
            <a:ext cx="116774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increasingly encounter digital threats such 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messages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asking for passwords, OTPs or account verification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scams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involving prizes, money or fake offers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Cyberbullying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harmful messages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harassment and threats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risks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involving phone numbers, addresses, Aadhaar, date of birth and other personal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97787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178C-48E5-29E1-4D9C-6A23918A8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060" y="8552"/>
            <a:ext cx="12451080" cy="103866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Safety — Intelligent Digital Safety MVP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922D9-866C-53ED-0327-4AFE3B93E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85516"/>
            <a:ext cx="6385560" cy="3380084"/>
          </a:xfrm>
          <a:ln>
            <a:solidFill>
              <a:srgbClr val="C0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 Digital Safety problem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Safety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prototype designed to provide students with a simple way to identify potentially unsafe digital content. It is a digital safety platform that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messages and URLs, detects potential threats, assigns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0–100 risk score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provides an appropriate safety recommendation.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ACD9A-5941-C9FF-6D29-7C60A45C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IDEONIX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FD9E07-DBF2-8C40-ABCC-1E011FE4E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440" y="1158240"/>
            <a:ext cx="5496560" cy="56997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1E85B4A-D573-BE5D-B79E-D368FF75F7FA}"/>
              </a:ext>
            </a:extLst>
          </p:cNvPr>
          <p:cNvSpPr txBox="1"/>
          <p:nvPr/>
        </p:nvSpPr>
        <p:spPr>
          <a:xfrm>
            <a:off x="7183120" y="785515"/>
            <a:ext cx="333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659B94-5482-0247-74B5-5BBC3E4CD6EE}"/>
              </a:ext>
            </a:extLst>
          </p:cNvPr>
          <p:cNvSpPr txBox="1"/>
          <p:nvPr/>
        </p:nvSpPr>
        <p:spPr>
          <a:xfrm>
            <a:off x="226060" y="4165600"/>
            <a:ext cx="6385560" cy="2308324"/>
          </a:xfrm>
          <a:prstGeom prst="rect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Categories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🔴 Phishing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🟠 Scam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🟡 Cyberbullying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🔴 Harassment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🟠 Privacy Risk</a:t>
            </a:r>
          </a:p>
        </p:txBody>
      </p:sp>
    </p:spTree>
    <p:extLst>
      <p:ext uri="{BB962C8B-B14F-4D97-AF65-F5344CB8AC3E}">
        <p14:creationId xmlns:p14="http://schemas.microsoft.com/office/powerpoint/2010/main" val="2306713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FE05E-D708-1B8D-674B-4F5AF3E09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-252413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or Technical approach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49F07-E07B-8A6B-E1A4-4A6AB94E2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IDEONIX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E5EC6F-F76D-8869-8C25-3A9EB72019FB}"/>
              </a:ext>
            </a:extLst>
          </p:cNvPr>
          <p:cNvSpPr txBox="1"/>
          <p:nvPr/>
        </p:nvSpPr>
        <p:spPr>
          <a:xfrm>
            <a:off x="106680" y="660982"/>
            <a:ext cx="6677977" cy="3785652"/>
          </a:xfrm>
          <a:prstGeom prst="rect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HTML/CSS/JavaScript interface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3.1.2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Engine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keyword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heuristic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risk scoring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E8A2AF-C817-7ED6-78CE-396CB882A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280" y="872034"/>
            <a:ext cx="5006657" cy="40477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8D40AC-EB9D-A4C6-8B5B-379667ED9939}"/>
              </a:ext>
            </a:extLst>
          </p:cNvPr>
          <p:cNvSpPr txBox="1"/>
          <p:nvPr/>
        </p:nvSpPr>
        <p:spPr>
          <a:xfrm>
            <a:off x="6784657" y="410368"/>
            <a:ext cx="5034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Process: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61D575-FC22-F8B1-2FCB-0229D7F32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42722"/>
            <a:ext cx="12192000" cy="18382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996E02C-7CFA-4D93-6BB2-5710022EDA4A}"/>
              </a:ext>
            </a:extLst>
          </p:cNvPr>
          <p:cNvSpPr txBox="1"/>
          <p:nvPr/>
        </p:nvSpPr>
        <p:spPr>
          <a:xfrm>
            <a:off x="106680" y="4458108"/>
            <a:ext cx="3246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flow:</a:t>
            </a:r>
          </a:p>
        </p:txBody>
      </p:sp>
    </p:spTree>
    <p:extLst>
      <p:ext uri="{BB962C8B-B14F-4D97-AF65-F5344CB8AC3E}">
        <p14:creationId xmlns:p14="http://schemas.microsoft.com/office/powerpoint/2010/main" val="3976427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B9A6A-8D8D-E142-1C83-78797B6DC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-274955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FF173-554C-798D-EFC4-89A36C947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IDEONIX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D19BC-DF84-B6CE-00B2-2661F777DC86}"/>
              </a:ext>
            </a:extLst>
          </p:cNvPr>
          <p:cNvSpPr txBox="1"/>
          <p:nvPr/>
        </p:nvSpPr>
        <p:spPr>
          <a:xfrm>
            <a:off x="447040" y="751344"/>
            <a:ext cx="6096000" cy="2677656"/>
          </a:xfrm>
          <a:prstGeom prst="rect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Built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+ Flask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Lightweight and easy to deploy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REST API based architecture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Rule-based detection works without requiring a trained ML model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Prototype can run locally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80102F-EDC0-A59B-59FA-5AE2EE390A59}"/>
              </a:ext>
            </a:extLst>
          </p:cNvPr>
          <p:cNvSpPr txBox="1"/>
          <p:nvPr/>
        </p:nvSpPr>
        <p:spPr>
          <a:xfrm>
            <a:off x="447040" y="3429000"/>
            <a:ext cx="6096000" cy="2677656"/>
          </a:xfrm>
          <a:prstGeom prst="rect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can support: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Student-side threat checking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recording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monitoring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status tracking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recommendations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3FD9AFA-A592-9C05-D003-DE3288B4E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320" y="1122065"/>
            <a:ext cx="5450787" cy="57359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AC9BC7-2008-BD3F-6281-4C0A9B3EFAE1}"/>
              </a:ext>
            </a:extLst>
          </p:cNvPr>
          <p:cNvSpPr txBox="1"/>
          <p:nvPr/>
        </p:nvSpPr>
        <p:spPr>
          <a:xfrm>
            <a:off x="6725920" y="660400"/>
            <a:ext cx="5298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/ Future Cloud Architecture</a:t>
            </a:r>
          </a:p>
        </p:txBody>
      </p:sp>
    </p:spTree>
    <p:extLst>
      <p:ext uri="{BB962C8B-B14F-4D97-AF65-F5344CB8AC3E}">
        <p14:creationId xmlns:p14="http://schemas.microsoft.com/office/powerpoint/2010/main" val="2463216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F090-A517-068B-E4E1-52219121C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-203835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And Impact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2AC8C-0C41-8058-D803-44BD21C9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IDEONIX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E9E94C-72A4-9E31-1699-952950F57CF3}"/>
              </a:ext>
            </a:extLst>
          </p:cNvPr>
          <p:cNvSpPr txBox="1"/>
          <p:nvPr/>
        </p:nvSpPr>
        <p:spPr>
          <a:xfrm>
            <a:off x="137160" y="724039"/>
            <a:ext cx="6106160" cy="5632311"/>
          </a:xfrm>
          <a:prstGeom prst="rect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Students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🛡️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Threat Detection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recognize suspicious digital content.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Awareness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simple 0–100 risk score.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🚨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Classification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identifies LOW, MEDIUM, HIGH and CRITICAL risks.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💡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Guidance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recommendations instead of only identifying a threat.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🔐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Awareness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indicators related to sensitive personal information.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710750-5750-4972-C213-B901CEBCEECA}"/>
              </a:ext>
            </a:extLst>
          </p:cNvPr>
          <p:cNvSpPr txBox="1"/>
          <p:nvPr/>
        </p:nvSpPr>
        <p:spPr>
          <a:xfrm>
            <a:off x="6243320" y="710774"/>
            <a:ext cx="5496560" cy="2677656"/>
          </a:xfrm>
          <a:prstGeom prst="rect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Institutes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incident monitoring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tracking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incident identification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 status tracking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for future automated notifications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90B2AE-154D-6E85-4A4A-015AE17700A7}"/>
              </a:ext>
            </a:extLst>
          </p:cNvPr>
          <p:cNvSpPr txBox="1"/>
          <p:nvPr/>
        </p:nvSpPr>
        <p:spPr>
          <a:xfrm>
            <a:off x="6243320" y="3388429"/>
            <a:ext cx="5496560" cy="3046988"/>
          </a:xfrm>
          <a:prstGeom prst="rect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Impact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→ Safer Digital Decisions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→ Better Incident Visibility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→ Scalable Digital Safety Infrastructure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62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EBB6-DA26-3CB5-5DB6-34949FDA1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" y="-122555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49FB8-2AC3-2910-50ED-781C16BA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IDEONIX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9D607B-0737-DFF6-4D68-A75C829A001F}"/>
              </a:ext>
            </a:extLst>
          </p:cNvPr>
          <p:cNvSpPr txBox="1"/>
          <p:nvPr/>
        </p:nvSpPr>
        <p:spPr>
          <a:xfrm>
            <a:off x="218440" y="540226"/>
            <a:ext cx="101650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Documentation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web framework used for the backend.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Documentation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used to implement the prototype.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Documentation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for the proposed cloud architecture including Lambda, API Gateway, DynamoDB, Cognito, S3/CloudFront, Bedrock and SNS.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README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SafeStudent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Intelligent Digital Safety MVP.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Source Code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app.py — detection logic, risk scoring, incident management and API endpoints.</a:t>
            </a:r>
          </a:p>
        </p:txBody>
      </p:sp>
    </p:spTree>
    <p:extLst>
      <p:ext uri="{BB962C8B-B14F-4D97-AF65-F5344CB8AC3E}">
        <p14:creationId xmlns:p14="http://schemas.microsoft.com/office/powerpoint/2010/main" val="2816075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454</Words>
  <Application>Microsoft Office PowerPoint</Application>
  <PresentationFormat>Widescreen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Introduction : Student Safety — Intelligent Digital Safety MVP</vt:lpstr>
      <vt:lpstr>Methodology or Technical approach</vt:lpstr>
      <vt:lpstr>Feasibility and Viability</vt:lpstr>
      <vt:lpstr>Benefits And Impact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INDUSHREE N</dc:creator>
  <cp:lastModifiedBy>geetha292006@outlook.com</cp:lastModifiedBy>
  <cp:revision>2</cp:revision>
  <dcterms:created xsi:type="dcterms:W3CDTF">2026-10-06T09:06:39Z</dcterms:created>
  <dcterms:modified xsi:type="dcterms:W3CDTF">2026-10-08T14:57:35Z</dcterms:modified>
</cp:coreProperties>
</file>